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118" y="558698"/>
            <a:ext cx="7059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広島市危機管理対策課　御中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5118" y="1268273"/>
            <a:ext cx="863833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70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防災アプリ「避難所へGo!」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0070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機能拡張ロードマップのご提案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55118" y="4868266"/>
            <a:ext cx="6455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2026.8.6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5118" y="5175504"/>
            <a:ext cx="645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フェリカポケットマーケティング株式会社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28432" y="116129"/>
            <a:ext cx="1007669" cy="288950"/>
          </a:xfrm>
          <a:prstGeom prst="rect">
            <a:avLst/>
          </a:prstGeom>
          <a:ln w="381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28432" y="116129"/>
            <a:ext cx="1007669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33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Confidential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9748" y="140818"/>
            <a:ext cx="73152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「避難所へGo!」機能拡張ロードマップ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1750">
            <a:solidFill>
              <a:srgbClr val="007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広島広域都市圏ポータルアプリ連携から将来機能まで、3か年での整備計画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16936" y="3396996"/>
            <a:ext cx="338328" cy="292608"/>
          </a:xfrm>
          <a:prstGeom prst="rightArrow">
            <a:avLst/>
          </a:prstGeom>
          <a:solidFill>
            <a:srgbClr val="0081AF"/>
          </a:solidFill>
          <a:ln/>
        </p:spPr>
      </p:sp>
      <p:sp>
        <p:nvSpPr>
          <p:cNvPr id="8" name="Shape 6"/>
          <p:cNvSpPr/>
          <p:nvPr/>
        </p:nvSpPr>
        <p:spPr>
          <a:xfrm>
            <a:off x="5888736" y="3396996"/>
            <a:ext cx="338328" cy="292608"/>
          </a:xfrm>
          <a:prstGeom prst="rightArrow">
            <a:avLst/>
          </a:prstGeom>
          <a:solidFill>
            <a:srgbClr val="0081A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051560"/>
            <a:ext cx="2560320" cy="4983480"/>
          </a:xfrm>
          <a:prstGeom prst="rect">
            <a:avLst/>
          </a:prstGeom>
          <a:solidFill>
            <a:srgbClr val="F2F7FC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51560"/>
            <a:ext cx="2560320" cy="7772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令和8年度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" y="1490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9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ポータルアプリ連携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029968"/>
            <a:ext cx="224942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広島広域都市圏ポータルアプリから「避難所へGo!」へのリンク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旧アプリのAS-IS機能整理・仕様確認（現行機能の棚卸し）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外部連携の切り分け（パーソンファインダー／Lアラート／ハザードマップ）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560320" cy="4983480"/>
          </a:xfrm>
          <a:prstGeom prst="rect">
            <a:avLst/>
          </a:prstGeom>
          <a:solidFill>
            <a:srgbClr val="F2F7FC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51560"/>
            <a:ext cx="2560320" cy="7772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令和9年度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56432" y="1490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9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直近の機能追加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56432" y="1938528"/>
            <a:ext cx="960120" cy="23774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193852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優先度：高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56432" y="2267712"/>
            <a:ext cx="224942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浸水AR機能（市長指示）：GPS連動で想定浸水深度をARカメラ表示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多言語対応（優先度：必須）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ルート検索×ハザード情報の統合（危険箇所を回避するルート案内）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小学校区ごとの避難情報通知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オフライン機能の改善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1051560"/>
            <a:ext cx="2560320" cy="4983480"/>
          </a:xfrm>
          <a:prstGeom prst="rect">
            <a:avLst/>
          </a:prstGeom>
          <a:solidFill>
            <a:srgbClr val="F2F7FC"/>
          </a:solidFill>
          <a:ln w="9525">
            <a:solidFill>
              <a:srgbClr val="D6E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051560"/>
            <a:ext cx="2560320" cy="7772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1124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令和10年度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28232" y="1490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9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将来的な機能追加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2029968"/>
            <a:ext cx="224942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避難所受付システム（QRコード／マイナンバーカード連携）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スタンプラリーによる防災普及啓発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内部防災システムとのAPI連携（双方向データ連携）</a:t>
            </a:r>
            <a:endParaRPr lang="en-US" sz="900" dirty="0"/>
          </a:p>
          <a:p>
            <a:pPr marL="127000" indent="-1270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9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周辺市町（廿日市市・江田島市・熊野町）への拡大対応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61447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出典：広島市危機管理対策課 オンライン会議議事録（令和8年8月5日）を基に作成</a:t>
            </a:r>
            <a:endParaRPr lang="en-US" sz="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" y="6416345"/>
            <a:ext cx="1360627" cy="39593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4427525" y="6628486"/>
            <a:ext cx="269748" cy="213055"/>
          </a:xfrm>
          <a:prstGeom prst="rect">
            <a:avLst/>
          </a:prstGeom>
          <a:solidFill>
            <a:srgbClr val="0081AF"/>
          </a:solidFill>
          <a:ln/>
        </p:spPr>
      </p:sp>
      <p:sp>
        <p:nvSpPr>
          <p:cNvPr id="29" name="Text 26"/>
          <p:cNvSpPr/>
          <p:nvPr/>
        </p:nvSpPr>
        <p:spPr>
          <a:xfrm>
            <a:off x="4427525" y="6628486"/>
            <a:ext cx="269748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63640" y="6612941"/>
            <a:ext cx="26974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FeliCa Pocket Marketing Inc. All Rights Reserved.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0" y="6379769"/>
            <a:ext cx="1619402" cy="0"/>
          </a:xfrm>
          <a:prstGeom prst="line">
            <a:avLst/>
          </a:prstGeom>
          <a:noFill/>
          <a:ln w="15875">
            <a:solidFill>
              <a:srgbClr val="0081A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19402" y="6379769"/>
            <a:ext cx="288950" cy="215798"/>
          </a:xfrm>
          <a:prstGeom prst="line">
            <a:avLst/>
          </a:prstGeom>
          <a:noFill/>
          <a:ln w="15875">
            <a:solidFill>
              <a:srgbClr val="0081A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908353" y="6595567"/>
            <a:ext cx="7235647" cy="0"/>
          </a:xfrm>
          <a:prstGeom prst="line">
            <a:avLst/>
          </a:prstGeom>
          <a:noFill/>
          <a:ln w="15875">
            <a:solidFill>
              <a:srgbClr val="0081A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2026-08-06T09:43:53Z</dcterms:created>
  <dcterms:modified xsi:type="dcterms:W3CDTF">2026-08-06T09:43:53Z</dcterms:modified>
</cp:coreProperties>
</file>